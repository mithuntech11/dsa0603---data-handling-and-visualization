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Development of a Social Media Misinformation Spread Network Visualization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0420" y="4699018"/>
            <a:ext cx="3831336" cy="1752600"/>
          </a:xfrm>
        </p:spPr>
        <p:txBody>
          <a:bodyPr>
            <a:normAutofit/>
          </a:bodyPr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192225028-MALLELLI MOHITH GOUD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192324056-MITHUN SENTHIL S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192324129-MRITSHA S</a:t>
            </a:r>
          </a:p>
          <a:p>
            <a:pPr algn="l"/>
            <a:endParaRPr lang="en-IN" sz="1800" dirty="0">
              <a:solidFill>
                <a:schemeClr val="tx1"/>
              </a:solidFill>
            </a:endParaRPr>
          </a:p>
        </p:txBody>
      </p:sp>
      <p:pic>
        <p:nvPicPr>
          <p:cNvPr id="5" name="Google Shape;9227;p1">
            <a:extLst>
              <a:ext uri="{FF2B5EF4-FFF2-40B4-BE49-F238E27FC236}">
                <a16:creationId xmlns:a16="http://schemas.microsoft.com/office/drawing/2014/main" id="{DE71F5EA-AA42-B4A1-185C-D9504D39CBD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99248" y="335019"/>
            <a:ext cx="1312508" cy="120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228;p1">
            <a:extLst>
              <a:ext uri="{FF2B5EF4-FFF2-40B4-BE49-F238E27FC236}">
                <a16:creationId xmlns:a16="http://schemas.microsoft.com/office/drawing/2014/main" id="{7F6AAB73-14AF-6D35-DFCD-18BD4A4B94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007" y="406383"/>
            <a:ext cx="862738" cy="112893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230;p1">
            <a:extLst>
              <a:ext uri="{FF2B5EF4-FFF2-40B4-BE49-F238E27FC236}">
                <a16:creationId xmlns:a16="http://schemas.microsoft.com/office/drawing/2014/main" id="{F1494927-72E1-5A76-CD7E-3ACD4983C7D0}"/>
              </a:ext>
            </a:extLst>
          </p:cNvPr>
          <p:cNvSpPr/>
          <p:nvPr/>
        </p:nvSpPr>
        <p:spPr>
          <a:xfrm>
            <a:off x="1327897" y="406382"/>
            <a:ext cx="64242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INSTITUTE OF MEDICAL AND </a:t>
            </a:r>
            <a:endParaRPr sz="20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SCIENCES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Visualizes misinformation spread using network graphs, spread velocity, source credibility and uncertainty.</a:t>
            </a:r>
          </a:p>
          <a:p>
            <a:pPr>
              <a:defRPr sz="2200"/>
            </a:pPr>
            <a:r>
              <a:t>Modules: Data Preprocessing, Misinformation Distribution, Trend &amp; Credibility.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Problem: Difficult to monitor misinformation propagation.</a:t>
            </a:r>
          </a:p>
          <a:p>
            <a:pPr>
              <a:defRPr sz="2200"/>
            </a:pPr>
            <a:r>
              <a:t>Objectives:</a:t>
            </a:r>
          </a:p>
          <a:p>
            <a:pPr>
              <a:defRPr sz="2200"/>
            </a:pPr>
            <a:r>
              <a:t>• Construct share networks</a:t>
            </a:r>
          </a:p>
          <a:p>
            <a:pPr>
              <a:defRPr sz="2200"/>
            </a:pPr>
            <a:r>
              <a:t>• Analyze spread velocity</a:t>
            </a:r>
          </a:p>
          <a:p>
            <a:pPr>
              <a:defRPr sz="2200"/>
            </a:pPr>
            <a:r>
              <a:t>• Measure source credibility</a:t>
            </a:r>
          </a:p>
          <a:p>
            <a:pPr>
              <a:defRPr sz="2200"/>
            </a:pPr>
            <a:r>
              <a:t>• Detect uncertainty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174E-7F7F-FBD0-D030-A61D09AC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/>
              <a:t>Module 1 – Data Preprocessing &amp; Network Construction</a:t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80F9-923B-E516-6A42-D9B15931D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Objective</a:t>
            </a:r>
          </a:p>
          <a:p>
            <a:r>
              <a:rPr lang="en-IN" sz="2400" dirty="0"/>
              <a:t>Create a network graph to visualize misinformation sharing.</a:t>
            </a:r>
          </a:p>
          <a:p>
            <a:r>
              <a:rPr lang="en-IN" sz="2400" b="1" dirty="0"/>
              <a:t>Key Functions</a:t>
            </a:r>
          </a:p>
          <a:p>
            <a:pPr lvl="0"/>
            <a:r>
              <a:rPr lang="en-IN" sz="2400" dirty="0"/>
              <a:t>Collect and preprocess post/share data.</a:t>
            </a:r>
          </a:p>
          <a:p>
            <a:pPr lvl="0"/>
            <a:r>
              <a:rPr lang="en-IN" sz="2400" dirty="0"/>
              <a:t>Build user-share network using </a:t>
            </a:r>
            <a:r>
              <a:rPr lang="en-IN" sz="2400" b="1" dirty="0" err="1"/>
              <a:t>NetworkX</a:t>
            </a:r>
            <a:r>
              <a:rPr lang="en-IN" sz="2400" dirty="0"/>
              <a:t>.</a:t>
            </a:r>
          </a:p>
          <a:p>
            <a:pPr lvl="0"/>
            <a:r>
              <a:rPr lang="en-IN" sz="2400" dirty="0"/>
              <a:t>Identify communities and influential users.</a:t>
            </a:r>
          </a:p>
          <a:p>
            <a:r>
              <a:rPr lang="en-IN" sz="2400" b="1" dirty="0"/>
              <a:t>Output</a:t>
            </a:r>
          </a:p>
          <a:p>
            <a:pPr lvl="0"/>
            <a:r>
              <a:rPr lang="en-IN" sz="2400" dirty="0"/>
              <a:t>Network Graph</a:t>
            </a:r>
          </a:p>
          <a:p>
            <a:pPr lvl="0"/>
            <a:r>
              <a:rPr lang="en-IN" sz="2400" dirty="0"/>
              <a:t>Community Visualization</a:t>
            </a:r>
          </a:p>
          <a:p>
            <a:pPr lvl="0"/>
            <a:r>
              <a:rPr lang="en-IN" sz="2400" dirty="0"/>
              <a:t>Network Statistics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7301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97F85-4C3F-FBE2-AF69-F5398CC76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/>
              <a:t>Module 2 – Misinformation Spread Distribution</a:t>
            </a:r>
            <a:br>
              <a:rPr lang="en-IN" sz="2400" b="1" dirty="0"/>
            </a:br>
            <a:r>
              <a:rPr lang="en-IN" sz="2400" b="1" dirty="0"/>
              <a:t>Objective</a:t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3C205-087D-6D8B-47D5-B1480E2E5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000" dirty="0"/>
          </a:p>
          <a:p>
            <a:r>
              <a:rPr lang="en-IN" sz="2000" b="1" dirty="0"/>
              <a:t>Objective</a:t>
            </a:r>
          </a:p>
          <a:p>
            <a:r>
              <a:rPr lang="en-IN" sz="2000" dirty="0" err="1"/>
              <a:t>Analyze</a:t>
            </a:r>
            <a:r>
              <a:rPr lang="en-IN" sz="2000" dirty="0"/>
              <a:t> how misinformation spreads across the network.</a:t>
            </a:r>
          </a:p>
          <a:p>
            <a:r>
              <a:rPr lang="en-IN" sz="2000" b="1" dirty="0"/>
              <a:t>Key Functions</a:t>
            </a:r>
          </a:p>
          <a:p>
            <a:pPr lvl="0"/>
            <a:r>
              <a:rPr lang="en-IN" sz="2000" dirty="0"/>
              <a:t>Calculate spread velocity.</a:t>
            </a:r>
          </a:p>
          <a:p>
            <a:pPr lvl="0"/>
            <a:r>
              <a:rPr lang="en-IN" sz="2000" dirty="0"/>
              <a:t>Compare verified vs unverified posts.</a:t>
            </a:r>
          </a:p>
          <a:p>
            <a:pPr lvl="0"/>
            <a:r>
              <a:rPr lang="en-IN" sz="2000" dirty="0"/>
              <a:t>Visualize distribution patterns.</a:t>
            </a:r>
          </a:p>
          <a:p>
            <a:r>
              <a:rPr lang="en-IN" sz="2000" b="1" dirty="0"/>
              <a:t>Output</a:t>
            </a:r>
          </a:p>
          <a:p>
            <a:pPr lvl="0"/>
            <a:r>
              <a:rPr lang="en-IN" sz="2000" dirty="0"/>
              <a:t>Spread Velocity Histogram</a:t>
            </a:r>
          </a:p>
          <a:p>
            <a:pPr lvl="0"/>
            <a:r>
              <a:rPr lang="en-IN" sz="2000" dirty="0"/>
              <a:t>Stacked Bar Chart</a:t>
            </a:r>
          </a:p>
          <a:p>
            <a:pPr lvl="0"/>
            <a:r>
              <a:rPr lang="en-IN" sz="2000" dirty="0"/>
              <a:t>Credibility Distribution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666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F9724-A2AF-5A05-F44E-206D166E1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b="1" dirty="0"/>
              <a:t>Module 3 – Trend &amp; Source Credibility Analysis</a:t>
            </a:r>
            <a:br>
              <a:rPr lang="en-IN" sz="2800" b="1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29D73-1286-76C9-824F-EC155A1D0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Objective</a:t>
            </a:r>
          </a:p>
          <a:p>
            <a:r>
              <a:rPr lang="en-IN" sz="2000" dirty="0"/>
              <a:t>Evaluate spread trends and source reliability.</a:t>
            </a:r>
          </a:p>
          <a:p>
            <a:r>
              <a:rPr lang="en-IN" sz="2000" b="1" dirty="0"/>
              <a:t>Key Functions</a:t>
            </a:r>
          </a:p>
          <a:p>
            <a:pPr lvl="0"/>
            <a:r>
              <a:rPr lang="en-IN" sz="2000" dirty="0" err="1"/>
              <a:t>Analyze</a:t>
            </a:r>
            <a:r>
              <a:rPr lang="en-IN" sz="2000" dirty="0"/>
              <a:t> propagation trends.</a:t>
            </a:r>
          </a:p>
          <a:p>
            <a:pPr lvl="0"/>
            <a:r>
              <a:rPr lang="en-IN" sz="2000" dirty="0"/>
              <a:t>Measure source credibility.</a:t>
            </a:r>
          </a:p>
          <a:p>
            <a:pPr lvl="0"/>
            <a:r>
              <a:rPr lang="en-IN" sz="2000" dirty="0"/>
              <a:t>Detect high-risk misinformation.</a:t>
            </a:r>
          </a:p>
          <a:p>
            <a:r>
              <a:rPr lang="en-IN" sz="2000" b="1" dirty="0"/>
              <a:t>Output</a:t>
            </a:r>
          </a:p>
          <a:p>
            <a:pPr lvl="0"/>
            <a:r>
              <a:rPr lang="en-IN" sz="2000" dirty="0"/>
              <a:t>Credibility Dashboard</a:t>
            </a:r>
          </a:p>
          <a:p>
            <a:pPr lvl="0"/>
            <a:r>
              <a:rPr lang="en-IN" sz="2000" dirty="0"/>
              <a:t>Spread-Risk Analysis</a:t>
            </a:r>
          </a:p>
          <a:p>
            <a:pPr lvl="0"/>
            <a:r>
              <a:rPr lang="en-IN" sz="2000" dirty="0"/>
              <a:t>Moderation Support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1403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Collect social media data</a:t>
            </a:r>
          </a:p>
          <a:p>
            <a:pPr>
              <a:defRPr sz="2200"/>
            </a:pPr>
            <a:r>
              <a:t>2. Preprocess</a:t>
            </a:r>
          </a:p>
          <a:p>
            <a:pPr>
              <a:defRPr sz="2200"/>
            </a:pPr>
            <a:r>
              <a:t>3. Build graph (NetworkX)</a:t>
            </a:r>
          </a:p>
          <a:p>
            <a:pPr>
              <a:defRPr sz="2200"/>
            </a:pPr>
            <a:r>
              <a:t>4. Histogram &amp; Stacked Bars</a:t>
            </a:r>
          </a:p>
          <a:p>
            <a:pPr>
              <a:defRPr sz="2200"/>
            </a:pPr>
            <a:r>
              <a:t>5. Dashboard (Plotly)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Real-time monitoring</a:t>
            </a:r>
          </a:p>
          <a:p>
            <a:pPr>
              <a:defRPr sz="2200"/>
            </a:pPr>
            <a:r>
              <a:t>Multi-platform support</a:t>
            </a:r>
          </a:p>
          <a:p>
            <a:pPr>
              <a:defRPr sz="2200"/>
            </a:pPr>
            <a:r>
              <a:t>ML-based misinformation prediction</a:t>
            </a:r>
          </a:p>
          <a:p>
            <a:pPr>
              <a:defRPr sz="2200"/>
            </a:pPr>
            <a:r>
              <a:t>Community detection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256</Words>
  <Application>Microsoft Office PowerPoint</Application>
  <PresentationFormat>On-screen Show (4:3)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Development of a Social Media Misinformation Spread Network Visualization System</vt:lpstr>
      <vt:lpstr>Introduction</vt:lpstr>
      <vt:lpstr>Problem Statement &amp; Objectives</vt:lpstr>
      <vt:lpstr>Module 1 – Data Preprocessing &amp; Network Construction </vt:lpstr>
      <vt:lpstr>Module 2 – Misinformation Spread Distribution Objective </vt:lpstr>
      <vt:lpstr>Module 3 – Trend &amp; Source Credibility Analysis </vt:lpstr>
      <vt:lpstr>Methodology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Mithun s</cp:lastModifiedBy>
  <cp:revision>3</cp:revision>
  <dcterms:created xsi:type="dcterms:W3CDTF">2013-01-27T09:14:16Z</dcterms:created>
  <dcterms:modified xsi:type="dcterms:W3CDTF">2026-08-05T05:35:41Z</dcterms:modified>
  <cp:category/>
</cp:coreProperties>
</file>